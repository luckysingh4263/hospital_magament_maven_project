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9" r:id="rId2"/>
    <p:sldId id="260" r:id="rId3"/>
    <p:sldId id="256" r:id="rId4"/>
    <p:sldId id="262" r:id="rId5"/>
    <p:sldId id="263" r:id="rId6"/>
    <p:sldId id="257" r:id="rId7"/>
    <p:sldId id="264" r:id="rId8"/>
    <p:sldId id="258" r:id="rId9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EB8AD6-921C-4512-A8AF-C0C9D8D28BE3}" v="46" dt="2025-11-27T16:47:57.74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1445" y="-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sh khan" userId="7d517e5bd47fe860" providerId="LiveId" clId="{95A44572-F08D-43B6-B23E-E527C3AA927E}"/>
    <pc:docChg chg="undo custSel addSld delSld modSld">
      <pc:chgData name="monish khan" userId="7d517e5bd47fe860" providerId="LiveId" clId="{95A44572-F08D-43B6-B23E-E527C3AA927E}" dt="2025-11-27T16:48:42.819" v="3414" actId="2696"/>
      <pc:docMkLst>
        <pc:docMk/>
      </pc:docMkLst>
      <pc:sldChg chg="modSp mod">
        <pc:chgData name="monish khan" userId="7d517e5bd47fe860" providerId="LiveId" clId="{95A44572-F08D-43B6-B23E-E527C3AA927E}" dt="2025-11-27T15:03:05.277" v="65" actId="5793"/>
        <pc:sldMkLst>
          <pc:docMk/>
          <pc:sldMk cId="0" sldId="256"/>
        </pc:sldMkLst>
        <pc:spChg chg="mod">
          <ac:chgData name="monish khan" userId="7d517e5bd47fe860" providerId="LiveId" clId="{95A44572-F08D-43B6-B23E-E527C3AA927E}" dt="2025-11-27T15:03:05.277" v="65" actId="5793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">
        <pc:chgData name="monish khan" userId="7d517e5bd47fe860" providerId="LiveId" clId="{95A44572-F08D-43B6-B23E-E527C3AA927E}" dt="2025-11-27T16:46:40.656" v="3402" actId="1076"/>
        <pc:sldMkLst>
          <pc:docMk/>
          <pc:sldMk cId="0" sldId="257"/>
        </pc:sldMkLst>
        <pc:spChg chg="mod">
          <ac:chgData name="monish khan" userId="7d517e5bd47fe860" providerId="LiveId" clId="{95A44572-F08D-43B6-B23E-E527C3AA927E}" dt="2025-11-27T16:04:15.313" v="2699" actId="20577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monish khan" userId="7d517e5bd47fe860" providerId="LiveId" clId="{95A44572-F08D-43B6-B23E-E527C3AA927E}" dt="2025-11-27T16:07:26.449" v="2770"/>
          <ac:spMkLst>
            <pc:docMk/>
            <pc:sldMk cId="0" sldId="257"/>
            <ac:spMk id="3" creationId="{91B4243E-8881-AC3A-0A79-014B26049D63}"/>
          </ac:spMkLst>
        </pc:spChg>
        <pc:spChg chg="add del mod">
          <ac:chgData name="monish khan" userId="7d517e5bd47fe860" providerId="LiveId" clId="{95A44572-F08D-43B6-B23E-E527C3AA927E}" dt="2025-11-27T16:10:01.286" v="2961"/>
          <ac:spMkLst>
            <pc:docMk/>
            <pc:sldMk cId="0" sldId="257"/>
            <ac:spMk id="4" creationId="{F0CF5FE5-9158-F5FC-338D-E838956B2015}"/>
          </ac:spMkLst>
        </pc:spChg>
        <pc:spChg chg="add del mod">
          <ac:chgData name="monish khan" userId="7d517e5bd47fe860" providerId="LiveId" clId="{95A44572-F08D-43B6-B23E-E527C3AA927E}" dt="2025-11-27T16:17:13.763" v="3307"/>
          <ac:spMkLst>
            <pc:docMk/>
            <pc:sldMk cId="0" sldId="257"/>
            <ac:spMk id="5" creationId="{915E5F45-A49F-976D-B114-623718D9F689}"/>
          </ac:spMkLst>
        </pc:spChg>
        <pc:spChg chg="add mod">
          <ac:chgData name="monish khan" userId="7d517e5bd47fe860" providerId="LiveId" clId="{95A44572-F08D-43B6-B23E-E527C3AA927E}" dt="2025-11-27T16:35:55.928" v="3312" actId="767"/>
          <ac:spMkLst>
            <pc:docMk/>
            <pc:sldMk cId="0" sldId="257"/>
            <ac:spMk id="8" creationId="{D5F1FD42-4509-2B5F-54AC-5FF68F49C33A}"/>
          </ac:spMkLst>
        </pc:spChg>
        <pc:picChg chg="add mod">
          <ac:chgData name="monish khan" userId="7d517e5bd47fe860" providerId="LiveId" clId="{95A44572-F08D-43B6-B23E-E527C3AA927E}" dt="2025-11-27T16:19:53.036" v="3310" actId="1076"/>
          <ac:picMkLst>
            <pc:docMk/>
            <pc:sldMk cId="0" sldId="257"/>
            <ac:picMk id="7" creationId="{CFB8AFC8-AF95-50C3-34F9-C454317A5567}"/>
          </ac:picMkLst>
        </pc:picChg>
        <pc:picChg chg="add mod">
          <ac:chgData name="monish khan" userId="7d517e5bd47fe860" providerId="LiveId" clId="{95A44572-F08D-43B6-B23E-E527C3AA927E}" dt="2025-11-27T16:37:21.899" v="3334" actId="931"/>
          <ac:picMkLst>
            <pc:docMk/>
            <pc:sldMk cId="0" sldId="257"/>
            <ac:picMk id="10" creationId="{7F7948E2-F485-D2CE-2997-FCE092D32253}"/>
          </ac:picMkLst>
        </pc:picChg>
        <pc:picChg chg="add mod">
          <ac:chgData name="monish khan" userId="7d517e5bd47fe860" providerId="LiveId" clId="{95A44572-F08D-43B6-B23E-E527C3AA927E}" dt="2025-11-27T16:46:40.656" v="3402" actId="1076"/>
          <ac:picMkLst>
            <pc:docMk/>
            <pc:sldMk cId="0" sldId="257"/>
            <ac:picMk id="12" creationId="{3185FB92-4B1E-89E1-E37D-62AEB82200B1}"/>
          </ac:picMkLst>
        </pc:picChg>
      </pc:sldChg>
      <pc:sldChg chg="modSp mod">
        <pc:chgData name="monish khan" userId="7d517e5bd47fe860" providerId="LiveId" clId="{95A44572-F08D-43B6-B23E-E527C3AA927E}" dt="2025-11-27T15:01:16.496" v="50" actId="20577"/>
        <pc:sldMkLst>
          <pc:docMk/>
          <pc:sldMk cId="0" sldId="259"/>
        </pc:sldMkLst>
        <pc:spChg chg="mod">
          <ac:chgData name="monish khan" userId="7d517e5bd47fe860" providerId="LiveId" clId="{95A44572-F08D-43B6-B23E-E527C3AA927E}" dt="2025-11-27T15:01:16.496" v="50" actId="20577"/>
          <ac:spMkLst>
            <pc:docMk/>
            <pc:sldMk cId="0" sldId="259"/>
            <ac:spMk id="7" creationId="{00000000-0000-0000-0000-000000000000}"/>
          </ac:spMkLst>
        </pc:spChg>
      </pc:sldChg>
      <pc:sldChg chg="new del">
        <pc:chgData name="monish khan" userId="7d517e5bd47fe860" providerId="LiveId" clId="{95A44572-F08D-43B6-B23E-E527C3AA927E}" dt="2025-11-27T16:48:42.819" v="3414" actId="2696"/>
        <pc:sldMkLst>
          <pc:docMk/>
          <pc:sldMk cId="941649076" sldId="261"/>
        </pc:sldMkLst>
      </pc:sldChg>
      <pc:sldChg chg="addSp modSp new mod">
        <pc:chgData name="monish khan" userId="7d517e5bd47fe860" providerId="LiveId" clId="{95A44572-F08D-43B6-B23E-E527C3AA927E}" dt="2025-11-27T15:32:27.023" v="1515" actId="20577"/>
        <pc:sldMkLst>
          <pc:docMk/>
          <pc:sldMk cId="1182000410" sldId="262"/>
        </pc:sldMkLst>
        <pc:spChg chg="add mod">
          <ac:chgData name="monish khan" userId="7d517e5bd47fe860" providerId="LiveId" clId="{95A44572-F08D-43B6-B23E-E527C3AA927E}" dt="2025-11-27T15:19:18.593" v="908" actId="1076"/>
          <ac:spMkLst>
            <pc:docMk/>
            <pc:sldMk cId="1182000410" sldId="262"/>
            <ac:spMk id="2" creationId="{4C506E5F-F7A4-C95F-1E8A-D75488D17A6F}"/>
          </ac:spMkLst>
        </pc:spChg>
        <pc:spChg chg="add mod">
          <ac:chgData name="monish khan" userId="7d517e5bd47fe860" providerId="LiveId" clId="{95A44572-F08D-43B6-B23E-E527C3AA927E}" dt="2025-11-27T15:05:27.496" v="126" actId="20577"/>
          <ac:spMkLst>
            <pc:docMk/>
            <pc:sldMk cId="1182000410" sldId="262"/>
            <ac:spMk id="3" creationId="{195D72B3-1ECC-8B8D-E976-072288F287F0}"/>
          </ac:spMkLst>
        </pc:spChg>
        <pc:spChg chg="add mod">
          <ac:chgData name="monish khan" userId="7d517e5bd47fe860" providerId="LiveId" clId="{95A44572-F08D-43B6-B23E-E527C3AA927E}" dt="2025-11-27T15:31:12.761" v="1366" actId="20577"/>
          <ac:spMkLst>
            <pc:docMk/>
            <pc:sldMk cId="1182000410" sldId="262"/>
            <ac:spMk id="4" creationId="{066FDF24-3646-4CCA-8988-8BBE97555B51}"/>
          </ac:spMkLst>
        </pc:spChg>
        <pc:spChg chg="add mod">
          <ac:chgData name="monish khan" userId="7d517e5bd47fe860" providerId="LiveId" clId="{95A44572-F08D-43B6-B23E-E527C3AA927E}" dt="2025-11-27T15:18:37.822" v="905" actId="12"/>
          <ac:spMkLst>
            <pc:docMk/>
            <pc:sldMk cId="1182000410" sldId="262"/>
            <ac:spMk id="5" creationId="{20190348-39E7-65CA-E653-5B724160B4FF}"/>
          </ac:spMkLst>
        </pc:spChg>
        <pc:spChg chg="add mod">
          <ac:chgData name="monish khan" userId="7d517e5bd47fe860" providerId="LiveId" clId="{95A44572-F08D-43B6-B23E-E527C3AA927E}" dt="2025-11-27T15:30:32.397" v="1337" actId="20577"/>
          <ac:spMkLst>
            <pc:docMk/>
            <pc:sldMk cId="1182000410" sldId="262"/>
            <ac:spMk id="6" creationId="{071C6A2A-910A-1284-B4AD-8B7AD99046E7}"/>
          </ac:spMkLst>
        </pc:spChg>
        <pc:spChg chg="add mod">
          <ac:chgData name="monish khan" userId="7d517e5bd47fe860" providerId="LiveId" clId="{95A44572-F08D-43B6-B23E-E527C3AA927E}" dt="2025-11-27T15:23:38.612" v="1032" actId="14100"/>
          <ac:spMkLst>
            <pc:docMk/>
            <pc:sldMk cId="1182000410" sldId="262"/>
            <ac:spMk id="7" creationId="{84BF2D08-6529-F003-F955-4A88484512B1}"/>
          </ac:spMkLst>
        </pc:spChg>
        <pc:spChg chg="add mod">
          <ac:chgData name="monish khan" userId="7d517e5bd47fe860" providerId="LiveId" clId="{95A44572-F08D-43B6-B23E-E527C3AA927E}" dt="2025-11-27T15:32:27.023" v="1515" actId="20577"/>
          <ac:spMkLst>
            <pc:docMk/>
            <pc:sldMk cId="1182000410" sldId="262"/>
            <ac:spMk id="8" creationId="{A2A17598-DFA8-CD4E-09AB-8F0C5D4FCF90}"/>
          </ac:spMkLst>
        </pc:spChg>
      </pc:sldChg>
      <pc:sldChg chg="new del mod modShow">
        <pc:chgData name="monish khan" userId="7d517e5bd47fe860" providerId="LiveId" clId="{95A44572-F08D-43B6-B23E-E527C3AA927E}" dt="2025-11-27T15:02:27.894" v="55" actId="2696"/>
        <pc:sldMkLst>
          <pc:docMk/>
          <pc:sldMk cId="3775634100" sldId="262"/>
        </pc:sldMkLst>
      </pc:sldChg>
      <pc:sldChg chg="addSp modSp new mod">
        <pc:chgData name="monish khan" userId="7d517e5bd47fe860" providerId="LiveId" clId="{95A44572-F08D-43B6-B23E-E527C3AA927E}" dt="2025-11-27T16:03:41.587" v="2674" actId="20577"/>
        <pc:sldMkLst>
          <pc:docMk/>
          <pc:sldMk cId="3214776862" sldId="263"/>
        </pc:sldMkLst>
        <pc:spChg chg="add mod">
          <ac:chgData name="monish khan" userId="7d517e5bd47fe860" providerId="LiveId" clId="{95A44572-F08D-43B6-B23E-E527C3AA927E}" dt="2025-11-27T15:54:21.809" v="2050" actId="1076"/>
          <ac:spMkLst>
            <pc:docMk/>
            <pc:sldMk cId="3214776862" sldId="263"/>
            <ac:spMk id="2" creationId="{A8DFD698-25A5-AC1B-810F-BB3B5DF23CEF}"/>
          </ac:spMkLst>
        </pc:spChg>
        <pc:spChg chg="add mod">
          <ac:chgData name="monish khan" userId="7d517e5bd47fe860" providerId="LiveId" clId="{95A44572-F08D-43B6-B23E-E527C3AA927E}" dt="2025-11-27T15:48:55.107" v="1614" actId="14100"/>
          <ac:spMkLst>
            <pc:docMk/>
            <pc:sldMk cId="3214776862" sldId="263"/>
            <ac:spMk id="3" creationId="{C2F2004F-2BE9-6BC7-040B-9732AE695296}"/>
          </ac:spMkLst>
        </pc:spChg>
        <pc:spChg chg="add mod">
          <ac:chgData name="monish khan" userId="7d517e5bd47fe860" providerId="LiveId" clId="{95A44572-F08D-43B6-B23E-E527C3AA927E}" dt="2025-11-27T15:52:52.367" v="2049" actId="20577"/>
          <ac:spMkLst>
            <pc:docMk/>
            <pc:sldMk cId="3214776862" sldId="263"/>
            <ac:spMk id="4" creationId="{AB20F7C1-2A3D-6AF0-6ADE-650258D3ECB8}"/>
          </ac:spMkLst>
        </pc:spChg>
        <pc:spChg chg="add mod">
          <ac:chgData name="monish khan" userId="7d517e5bd47fe860" providerId="LiveId" clId="{95A44572-F08D-43B6-B23E-E527C3AA927E}" dt="2025-11-27T15:54:50.415" v="2072" actId="12"/>
          <ac:spMkLst>
            <pc:docMk/>
            <pc:sldMk cId="3214776862" sldId="263"/>
            <ac:spMk id="5" creationId="{34A9E7D0-8A42-C4EE-5B02-9D6AAC443999}"/>
          </ac:spMkLst>
        </pc:spChg>
        <pc:spChg chg="add mod">
          <ac:chgData name="monish khan" userId="7d517e5bd47fe860" providerId="LiveId" clId="{95A44572-F08D-43B6-B23E-E527C3AA927E}" dt="2025-11-27T15:58:53.325" v="2563" actId="20577"/>
          <ac:spMkLst>
            <pc:docMk/>
            <pc:sldMk cId="3214776862" sldId="263"/>
            <ac:spMk id="6" creationId="{96AECE9B-62D9-861A-CE77-245CEE3FD590}"/>
          </ac:spMkLst>
        </pc:spChg>
        <pc:spChg chg="add mod">
          <ac:chgData name="monish khan" userId="7d517e5bd47fe860" providerId="LiveId" clId="{95A44572-F08D-43B6-B23E-E527C3AA927E}" dt="2025-11-27T16:01:14.991" v="2594" actId="14100"/>
          <ac:spMkLst>
            <pc:docMk/>
            <pc:sldMk cId="3214776862" sldId="263"/>
            <ac:spMk id="7" creationId="{7D43173E-1956-F6FA-5F03-48DC49FF080F}"/>
          </ac:spMkLst>
        </pc:spChg>
        <pc:spChg chg="add mod">
          <ac:chgData name="monish khan" userId="7d517e5bd47fe860" providerId="LiveId" clId="{95A44572-F08D-43B6-B23E-E527C3AA927E}" dt="2025-11-27T16:03:41.587" v="2674" actId="20577"/>
          <ac:spMkLst>
            <pc:docMk/>
            <pc:sldMk cId="3214776862" sldId="263"/>
            <ac:spMk id="8" creationId="{F6DDDF78-3725-D6D5-F6E9-143518D39252}"/>
          </ac:spMkLst>
        </pc:spChg>
      </pc:sldChg>
      <pc:sldChg chg="addSp modSp new mod">
        <pc:chgData name="monish khan" userId="7d517e5bd47fe860" providerId="LiveId" clId="{95A44572-F08D-43B6-B23E-E527C3AA927E}" dt="2025-11-27T16:48:33.140" v="3413" actId="14100"/>
        <pc:sldMkLst>
          <pc:docMk/>
          <pc:sldMk cId="2649497867" sldId="264"/>
        </pc:sldMkLst>
        <pc:spChg chg="add mod">
          <ac:chgData name="monish khan" userId="7d517e5bd47fe860" providerId="LiveId" clId="{95A44572-F08D-43B6-B23E-E527C3AA927E}" dt="2025-11-27T16:47:07.355" v="3407" actId="1036"/>
          <ac:spMkLst>
            <pc:docMk/>
            <pc:sldMk cId="2649497867" sldId="264"/>
            <ac:spMk id="4" creationId="{FBA60F10-E44A-95A7-0BC0-5C7526B3EE51}"/>
          </ac:spMkLst>
        </pc:spChg>
        <pc:spChg chg="add mod">
          <ac:chgData name="monish khan" userId="7d517e5bd47fe860" providerId="LiveId" clId="{95A44572-F08D-43B6-B23E-E527C3AA927E}" dt="2025-11-27T16:48:33.140" v="3413" actId="14100"/>
          <ac:spMkLst>
            <pc:docMk/>
            <pc:sldMk cId="2649497867" sldId="264"/>
            <ac:spMk id="11" creationId="{A18142E8-3FB3-9550-A9F4-3CB82C9BE3E0}"/>
          </ac:spMkLst>
        </pc:spChg>
        <pc:picChg chg="add mod">
          <ac:chgData name="monish khan" userId="7d517e5bd47fe860" providerId="LiveId" clId="{95A44572-F08D-43B6-B23E-E527C3AA927E}" dt="2025-11-27T16:41:11.889" v="3354" actId="1076"/>
          <ac:picMkLst>
            <pc:docMk/>
            <pc:sldMk cId="2649497867" sldId="264"/>
            <ac:picMk id="3" creationId="{ECFC0442-F856-2841-116F-C8C4309B217F}"/>
          </ac:picMkLst>
        </pc:picChg>
        <pc:picChg chg="add mod">
          <ac:chgData name="monish khan" userId="7d517e5bd47fe860" providerId="LiveId" clId="{95A44572-F08D-43B6-B23E-E527C3AA927E}" dt="2025-11-27T16:44:57.688" v="3388" actId="1076"/>
          <ac:picMkLst>
            <pc:docMk/>
            <pc:sldMk cId="2649497867" sldId="264"/>
            <ac:picMk id="6" creationId="{F3DD53D4-6333-F396-3808-C7DBBDE915FC}"/>
          </ac:picMkLst>
        </pc:picChg>
        <pc:picChg chg="add mod">
          <ac:chgData name="monish khan" userId="7d517e5bd47fe860" providerId="LiveId" clId="{95A44572-F08D-43B6-B23E-E527C3AA927E}" dt="2025-11-27T16:45:27.588" v="3394" actId="1036"/>
          <ac:picMkLst>
            <pc:docMk/>
            <pc:sldMk cId="2649497867" sldId="264"/>
            <ac:picMk id="8" creationId="{2BD12935-C76B-3D36-3DDC-0862AB50C5DC}"/>
          </ac:picMkLst>
        </pc:picChg>
        <pc:picChg chg="add mod">
          <ac:chgData name="monish khan" userId="7d517e5bd47fe860" providerId="LiveId" clId="{95A44572-F08D-43B6-B23E-E527C3AA927E}" dt="2025-11-27T16:47:00.892" v="3405" actId="1076"/>
          <ac:picMkLst>
            <pc:docMk/>
            <pc:sldMk cId="2649497867" sldId="264"/>
            <ac:picMk id="10" creationId="{9492CC14-2CCF-FAD6-4CAB-BE705D5F0A0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FDA686-C75A-470A-A33B-D0E639AD1F82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801688"/>
            <a:ext cx="2835275" cy="4010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080000"/>
            <a:ext cx="6045200" cy="4811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49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49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EE755-EED0-4426-8B8F-EA83960FF57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384300"/>
            <a:ext cx="75565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Book Antiqua" pitchFamily="18" charset="0"/>
              </a:rPr>
              <a:t>Project Proposal</a:t>
            </a:r>
          </a:p>
          <a:p>
            <a:pPr algn="ctr"/>
            <a:r>
              <a:rPr lang="en-US" sz="3200" b="1" dirty="0">
                <a:latin typeface="Book Antiqua" pitchFamily="18" charset="0"/>
              </a:rPr>
              <a:t>On</a:t>
            </a:r>
          </a:p>
          <a:p>
            <a:pPr algn="ctr"/>
            <a:r>
              <a:rPr lang="en-US" sz="3200" b="1" dirty="0">
                <a:latin typeface="Book Antiqua" pitchFamily="18" charset="0"/>
              </a:rPr>
              <a:t>Hospital Management</a:t>
            </a:r>
          </a:p>
          <a:p>
            <a:pPr algn="ctr"/>
            <a:r>
              <a:rPr lang="en-US" sz="3200" b="1" dirty="0">
                <a:latin typeface="Book Antiqua" pitchFamily="18" charset="0"/>
              </a:rPr>
              <a:t>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1650" y="6565900"/>
            <a:ext cx="216116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latin typeface="Book Antiqua" pitchFamily="18" charset="0"/>
              </a:rPr>
              <a:t>Guided By:-</a:t>
            </a:r>
          </a:p>
          <a:p>
            <a:r>
              <a:rPr lang="en-US" sz="2200" b="1" dirty="0">
                <a:latin typeface="Book Antiqua" pitchFamily="18" charset="0"/>
              </a:rPr>
              <a:t>     </a:t>
            </a:r>
            <a:r>
              <a:rPr lang="en-US" sz="2200" b="1" dirty="0" err="1">
                <a:latin typeface="Book Antiqua" pitchFamily="18" charset="0"/>
              </a:rPr>
              <a:t>Anuj</a:t>
            </a:r>
            <a:r>
              <a:rPr lang="en-US" sz="2200" b="1" dirty="0">
                <a:latin typeface="Book Antiqua" pitchFamily="18" charset="0"/>
              </a:rPr>
              <a:t> Kumar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1650" y="6489700"/>
            <a:ext cx="2855099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Book Antiqua" pitchFamily="18" charset="0"/>
              </a:rPr>
              <a:t>Created By:-</a:t>
            </a:r>
          </a:p>
          <a:p>
            <a:r>
              <a:rPr lang="en-US" sz="2400" b="1" dirty="0">
                <a:latin typeface="Book Antiqua" pitchFamily="18" charset="0"/>
              </a:rPr>
              <a:t> </a:t>
            </a:r>
            <a:r>
              <a:rPr lang="en-US" sz="2000" b="1" dirty="0">
                <a:latin typeface="Book Antiqua" pitchFamily="18" charset="0"/>
              </a:rPr>
              <a:t>Name:</a:t>
            </a:r>
            <a:r>
              <a:rPr lang="en-US" sz="2400" b="1" dirty="0">
                <a:latin typeface="Book Antiqua" pitchFamily="18" charset="0"/>
              </a:rPr>
              <a:t> </a:t>
            </a:r>
            <a:r>
              <a:rPr lang="en-US" sz="2000" b="1" dirty="0">
                <a:latin typeface="Book Antiqua" pitchFamily="18" charset="0"/>
              </a:rPr>
              <a:t>Monish,</a:t>
            </a:r>
          </a:p>
          <a:p>
            <a:r>
              <a:rPr lang="en-US" sz="2000" b="1" dirty="0">
                <a:latin typeface="Book Antiqua" pitchFamily="18" charset="0"/>
              </a:rPr>
              <a:t>        lucky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Book Antiqua" pitchFamily="18" charset="0"/>
              </a:rPr>
              <a:t> </a:t>
            </a:r>
            <a:r>
              <a:rPr lang="en-US" sz="2000" b="1" dirty="0" err="1">
                <a:latin typeface="Book Antiqua" pitchFamily="18" charset="0"/>
              </a:rPr>
              <a:t>AFId</a:t>
            </a:r>
            <a:r>
              <a:rPr lang="en-US" sz="2000" b="1" dirty="0">
                <a:latin typeface="Book Antiqua" pitchFamily="18" charset="0"/>
              </a:rPr>
              <a:t> :AF04992124,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Book Antiqua" pitchFamily="18" charset="0"/>
              </a:rPr>
              <a:t>            AF04991795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Book Antiqua" pitchFamily="18" charset="0"/>
              </a:rPr>
              <a:t>           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Book Antiqua" pitchFamily="18" charset="0"/>
              </a:rPr>
              <a:t>Batch Code:ANPD2405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Book Antiqua" pitchFamily="18" charset="0"/>
              </a:rPr>
              <a:t>Course </a:t>
            </a:r>
            <a:r>
              <a:rPr lang="en-US" sz="2000" b="1" dirty="0" err="1">
                <a:latin typeface="Book Antiqua" pitchFamily="18" charset="0"/>
              </a:rPr>
              <a:t>Code:ITPR</a:t>
            </a:r>
            <a:endParaRPr lang="en-US" sz="2000" b="1" dirty="0">
              <a:latin typeface="Book Antiqua" pitchFamily="18" charset="0"/>
            </a:endParaRPr>
          </a:p>
          <a:p>
            <a:pPr>
              <a:lnSpc>
                <a:spcPct val="150000"/>
              </a:lnSpc>
            </a:pPr>
            <a:endParaRPr lang="en-US" sz="2200" b="1" dirty="0"/>
          </a:p>
          <a:p>
            <a:endParaRPr lang="en-US" sz="2400" b="1" dirty="0"/>
          </a:p>
        </p:txBody>
      </p:sp>
      <p:sp>
        <p:nvSpPr>
          <p:cNvPr id="9" name="Rectangle 8"/>
          <p:cNvSpPr/>
          <p:nvPr/>
        </p:nvSpPr>
        <p:spPr>
          <a:xfrm>
            <a:off x="349250" y="317500"/>
            <a:ext cx="6858000" cy="1005840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3050" y="317500"/>
            <a:ext cx="6934200" cy="99822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025650" y="1384300"/>
            <a:ext cx="365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Book Antiqua" pitchFamily="18" charset="0"/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025650" y="1155700"/>
            <a:ext cx="3657600" cy="838200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720850" y="2755900"/>
            <a:ext cx="3198311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1.Title Of The Project…..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2.Introduction….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3.Objective….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4.Category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5.Analysis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    </a:t>
            </a:r>
            <a:r>
              <a:rPr lang="en-US" dirty="0" err="1">
                <a:latin typeface="Book Antiqua" pitchFamily="18" charset="0"/>
              </a:rPr>
              <a:t>a.Modules</a:t>
            </a:r>
            <a:r>
              <a:rPr lang="en-US" dirty="0">
                <a:latin typeface="Book Antiqua" pitchFamily="18" charset="0"/>
              </a:rPr>
              <a:t> and Description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    </a:t>
            </a:r>
            <a:r>
              <a:rPr lang="en-US" dirty="0" err="1">
                <a:latin typeface="Book Antiqua" pitchFamily="18" charset="0"/>
              </a:rPr>
              <a:t>b.Database</a:t>
            </a:r>
            <a:r>
              <a:rPr lang="en-US" dirty="0">
                <a:latin typeface="Book Antiqua" pitchFamily="18" charset="0"/>
              </a:rPr>
              <a:t> Design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    c.ER Diagram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    </a:t>
            </a:r>
            <a:r>
              <a:rPr lang="en-US" dirty="0" err="1">
                <a:latin typeface="Book Antiqua" pitchFamily="18" charset="0"/>
              </a:rPr>
              <a:t>d.Data</a:t>
            </a:r>
            <a:r>
              <a:rPr lang="en-US" dirty="0">
                <a:latin typeface="Book Antiqua" pitchFamily="18" charset="0"/>
              </a:rPr>
              <a:t> Flow Diagram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6.Complete Structure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    </a:t>
            </a:r>
            <a:r>
              <a:rPr lang="en-US" dirty="0" err="1">
                <a:latin typeface="Book Antiqua" pitchFamily="18" charset="0"/>
              </a:rPr>
              <a:t>a.Process</a:t>
            </a:r>
            <a:r>
              <a:rPr lang="en-US" dirty="0">
                <a:latin typeface="Book Antiqua" pitchFamily="18" charset="0"/>
              </a:rPr>
              <a:t> Logical Diagram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7.Platform Used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   </a:t>
            </a:r>
            <a:r>
              <a:rPr lang="en-US" dirty="0" err="1">
                <a:latin typeface="Book Antiqua" pitchFamily="18" charset="0"/>
              </a:rPr>
              <a:t>a.Hardware</a:t>
            </a:r>
            <a:r>
              <a:rPr lang="en-US" dirty="0">
                <a:latin typeface="Book Antiqua" pitchFamily="18" charset="0"/>
              </a:rPr>
              <a:t> Requirement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   </a:t>
            </a:r>
            <a:r>
              <a:rPr lang="en-US" dirty="0" err="1">
                <a:latin typeface="Book Antiqua" pitchFamily="18" charset="0"/>
              </a:rPr>
              <a:t>b.Software</a:t>
            </a:r>
            <a:r>
              <a:rPr lang="en-US" dirty="0">
                <a:latin typeface="Book Antiqua" pitchFamily="18" charset="0"/>
              </a:rPr>
              <a:t> Requirement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8.Future Scope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 Antiqua" pitchFamily="18" charset="0"/>
              </a:rPr>
              <a:t>9.Biblography</a:t>
            </a:r>
          </a:p>
          <a:p>
            <a:r>
              <a:rPr lang="en-US" dirty="0"/>
              <a:t>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2650" y="469900"/>
            <a:ext cx="5647690" cy="146719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433320" marR="5080" indent="-2292985">
              <a:lnSpc>
                <a:spcPct val="101899"/>
              </a:lnSpc>
              <a:spcBef>
                <a:spcPts val="55"/>
              </a:spcBef>
            </a:pPr>
            <a:r>
              <a:rPr sz="1800" b="1" dirty="0">
                <a:latin typeface="Book Antiqua" pitchFamily="18" charset="0"/>
                <a:cs typeface="Arial"/>
              </a:rPr>
              <a:t>Hospital</a:t>
            </a:r>
            <a:r>
              <a:rPr sz="1800" b="1" spc="-5" dirty="0">
                <a:latin typeface="Book Antiqua" pitchFamily="18" charset="0"/>
                <a:cs typeface="Arial"/>
              </a:rPr>
              <a:t> </a:t>
            </a:r>
            <a:r>
              <a:rPr sz="1800" b="1" dirty="0">
                <a:latin typeface="Book Antiqua" pitchFamily="18" charset="0"/>
                <a:cs typeface="Arial"/>
              </a:rPr>
              <a:t>Management System - Complete</a:t>
            </a:r>
            <a:r>
              <a:rPr sz="1800" b="1" spc="-5" dirty="0">
                <a:latin typeface="Book Antiqua" pitchFamily="18" charset="0"/>
                <a:cs typeface="Arial"/>
              </a:rPr>
              <a:t> </a:t>
            </a:r>
            <a:r>
              <a:rPr sz="1800" b="1" spc="-10" dirty="0">
                <a:latin typeface="Book Antiqua" pitchFamily="18" charset="0"/>
                <a:cs typeface="Arial"/>
              </a:rPr>
              <a:t>Project Report</a:t>
            </a:r>
            <a:endParaRPr sz="1800">
              <a:latin typeface="Book Antiqua" pitchFamily="18" charset="0"/>
              <a:cs typeface="Arial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800">
              <a:latin typeface="Book Antiqua" pitchFamily="18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Book Antiqua" pitchFamily="18" charset="0"/>
                <a:cs typeface="Arial"/>
              </a:rPr>
              <a:t>Title of the </a:t>
            </a:r>
            <a:r>
              <a:rPr sz="1400" b="1" spc="-10" dirty="0">
                <a:latin typeface="Book Antiqua" pitchFamily="18" charset="0"/>
                <a:cs typeface="Arial"/>
              </a:rPr>
              <a:t>Project</a:t>
            </a:r>
            <a:endParaRPr sz="1400">
              <a:latin typeface="Book Antiqua" pitchFamily="18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dirty="0">
                <a:latin typeface="Book Antiqua" pitchFamily="18" charset="0"/>
                <a:cs typeface="Arial MT"/>
              </a:rPr>
              <a:t>Hospital Management </a:t>
            </a:r>
            <a:r>
              <a:rPr sz="1200" spc="-10" dirty="0">
                <a:latin typeface="Book Antiqua" pitchFamily="18" charset="0"/>
                <a:cs typeface="Arial MT"/>
              </a:rPr>
              <a:t>System</a:t>
            </a:r>
            <a:endParaRPr sz="1200">
              <a:latin typeface="Book Antiqua" pitchFamily="18" charset="0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7850" y="2374900"/>
            <a:ext cx="6324600" cy="7530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Book Antiqua" pitchFamily="18" charset="0"/>
                <a:cs typeface="Arial"/>
              </a:rPr>
              <a:t>Introduction</a:t>
            </a:r>
            <a:endParaRPr sz="1200" dirty="0">
              <a:latin typeface="Book Antiqua" pitchFamily="18" charset="0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720"/>
              </a:spcBef>
            </a:pPr>
            <a:r>
              <a:rPr sz="1200" dirty="0">
                <a:latin typeface="Book Antiqua" pitchFamily="18" charset="0"/>
                <a:cs typeface="Arial MT"/>
              </a:rPr>
              <a:t>The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Hospital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Management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System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(HMS)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is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computerized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system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designed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to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simplify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spc="-25" dirty="0">
                <a:latin typeface="Book Antiqua" pitchFamily="18" charset="0"/>
                <a:cs typeface="Arial MT"/>
              </a:rPr>
              <a:t>and </a:t>
            </a:r>
            <a:r>
              <a:rPr sz="1200" dirty="0">
                <a:latin typeface="Book Antiqua" pitchFamily="18" charset="0"/>
                <a:cs typeface="Arial MT"/>
              </a:rPr>
              <a:t>digitalize the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internal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processes of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hospital.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It manages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essential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data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such as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patients,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doctors, </a:t>
            </a:r>
            <a:r>
              <a:rPr sz="1200" dirty="0">
                <a:latin typeface="Book Antiqua" pitchFamily="18" charset="0"/>
                <a:cs typeface="Arial MT"/>
              </a:rPr>
              <a:t>staff, medicines, and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appointments. Manual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hospital operations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involve large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volumes of </a:t>
            </a:r>
            <a:r>
              <a:rPr sz="1200" spc="-10" dirty="0">
                <a:latin typeface="Book Antiqua" pitchFamily="18" charset="0"/>
                <a:cs typeface="Arial MT"/>
              </a:rPr>
              <a:t>paperwork </a:t>
            </a:r>
            <a:r>
              <a:rPr sz="1200" dirty="0">
                <a:latin typeface="Book Antiqua" pitchFamily="18" charset="0"/>
                <a:cs typeface="Arial MT"/>
              </a:rPr>
              <a:t>which often lead to errors and delays. HMS eliminates these issues by providing a centralized </a:t>
            </a:r>
            <a:r>
              <a:rPr sz="1200" spc="-25" dirty="0">
                <a:latin typeface="Book Antiqua" pitchFamily="18" charset="0"/>
                <a:cs typeface="Arial MT"/>
              </a:rPr>
              <a:t>and </a:t>
            </a:r>
            <a:r>
              <a:rPr sz="1200" dirty="0">
                <a:latin typeface="Book Antiqua" pitchFamily="18" charset="0"/>
                <a:cs typeface="Arial MT"/>
              </a:rPr>
              <a:t>efficient database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system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that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improves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data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accuracy,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reduces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time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consumption,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and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enhances </a:t>
            </a:r>
            <a:r>
              <a:rPr sz="1200" dirty="0">
                <a:latin typeface="Book Antiqua" pitchFamily="18" charset="0"/>
                <a:cs typeface="Arial MT"/>
              </a:rPr>
              <a:t>patient service </a:t>
            </a:r>
            <a:r>
              <a:rPr sz="1200" spc="-10" dirty="0">
                <a:latin typeface="Book Antiqua" pitchFamily="18" charset="0"/>
                <a:cs typeface="Arial MT"/>
              </a:rPr>
              <a:t>quality.</a:t>
            </a:r>
            <a:endParaRPr sz="1200" dirty="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</a:pPr>
            <a:endParaRPr sz="1200" dirty="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Book Antiqua" pitchFamily="18" charset="0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Book Antiqua" pitchFamily="18" charset="0"/>
                <a:cs typeface="Arial"/>
              </a:rPr>
              <a:t>Objective</a:t>
            </a:r>
            <a:endParaRPr sz="1200" dirty="0">
              <a:latin typeface="Book Antiqua" pitchFamily="18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dirty="0">
                <a:latin typeface="Book Antiqua" pitchFamily="18" charset="0"/>
                <a:cs typeface="Arial MT"/>
              </a:rPr>
              <a:t>The main objectives of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this project </a:t>
            </a:r>
            <a:r>
              <a:rPr sz="1200" spc="-20" dirty="0">
                <a:latin typeface="Book Antiqua" pitchFamily="18" charset="0"/>
                <a:cs typeface="Arial MT"/>
              </a:rPr>
              <a:t>are:</a:t>
            </a:r>
            <a:endParaRPr sz="1200" dirty="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To maintain accurate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patient records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and medical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information</a:t>
            </a:r>
            <a:endParaRPr sz="1200" dirty="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To handle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doctor details,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specializations, and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availability</a:t>
            </a:r>
            <a:endParaRPr sz="1200" dirty="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To manage staff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roles and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their activities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efficiently</a:t>
            </a:r>
            <a:endParaRPr sz="1200" dirty="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To automate appointment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scheduling between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patients and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doctors</a:t>
            </a:r>
            <a:endParaRPr sz="1200" dirty="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To track medicine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inventory, stock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levels, and expiry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dates</a:t>
            </a:r>
            <a:endParaRPr sz="1200" dirty="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To ensure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quick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data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retrieval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and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generate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useful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reports</a:t>
            </a:r>
            <a:endParaRPr sz="1200" dirty="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To reduce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manual workload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and human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errors</a:t>
            </a:r>
            <a:endParaRPr sz="1200" dirty="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To streamline hospital operations through a user-friendly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system</a:t>
            </a:r>
            <a:endParaRPr sz="1200" dirty="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</a:pPr>
            <a:endParaRPr sz="1200" dirty="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Book Antiqua" pitchFamily="18" charset="0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Book Antiqua" pitchFamily="18" charset="0"/>
                <a:cs typeface="Arial"/>
              </a:rPr>
              <a:t>Project </a:t>
            </a:r>
            <a:r>
              <a:rPr sz="1200" b="1" spc="-10" dirty="0">
                <a:latin typeface="Book Antiqua" pitchFamily="18" charset="0"/>
                <a:cs typeface="Arial"/>
              </a:rPr>
              <a:t>Category</a:t>
            </a:r>
            <a:endParaRPr sz="1200" dirty="0">
              <a:latin typeface="Book Antiqua" pitchFamily="18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dirty="0">
                <a:latin typeface="Book Antiqua" pitchFamily="18" charset="0"/>
                <a:cs typeface="Arial MT"/>
              </a:rPr>
              <a:t>Database</a:t>
            </a:r>
            <a:r>
              <a:rPr sz="1200" spc="-10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Management</a:t>
            </a:r>
            <a:r>
              <a:rPr sz="1200" spc="-10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System</a:t>
            </a:r>
            <a:r>
              <a:rPr sz="1200" spc="-10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(DBMS)</a:t>
            </a:r>
            <a:r>
              <a:rPr sz="1200" spc="-10" dirty="0">
                <a:latin typeface="Book Antiqua" pitchFamily="18" charset="0"/>
                <a:cs typeface="Arial MT"/>
              </a:rPr>
              <a:t> Application</a:t>
            </a:r>
            <a:endParaRPr sz="1200" dirty="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</a:pPr>
            <a:endParaRPr sz="1200" dirty="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200" dirty="0">
              <a:latin typeface="Book Antiqua" pitchFamily="18" charset="0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Book Antiqua" pitchFamily="18" charset="0"/>
                <a:cs typeface="Arial"/>
              </a:rPr>
              <a:t>Analysis - Modules and </a:t>
            </a:r>
            <a:r>
              <a:rPr sz="1200" b="1" spc="-10" dirty="0">
                <a:latin typeface="Book Antiqua" pitchFamily="18" charset="0"/>
                <a:cs typeface="Arial"/>
              </a:rPr>
              <a:t>Description</a:t>
            </a:r>
            <a:endParaRPr sz="1200" dirty="0">
              <a:latin typeface="Book Antiqua" pitchFamily="18" charset="0"/>
              <a:cs typeface="Arial"/>
            </a:endParaRPr>
          </a:p>
          <a:p>
            <a:pPr marL="12700" marR="251460" indent="140335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15303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Patient Module – Manages patient information such as personal details, medical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history, </a:t>
            </a:r>
            <a:r>
              <a:rPr sz="1200" spc="-25" dirty="0">
                <a:latin typeface="Book Antiqua" pitchFamily="18" charset="0"/>
                <a:cs typeface="Arial MT"/>
              </a:rPr>
              <a:t>and </a:t>
            </a:r>
            <a:r>
              <a:rPr sz="1200" dirty="0">
                <a:latin typeface="Book Antiqua" pitchFamily="18" charset="0"/>
                <a:cs typeface="Arial MT"/>
              </a:rPr>
              <a:t>treatment </a:t>
            </a:r>
            <a:r>
              <a:rPr sz="1200" spc="-10" dirty="0">
                <a:latin typeface="Book Antiqua" pitchFamily="18" charset="0"/>
                <a:cs typeface="Arial MT"/>
              </a:rPr>
              <a:t>details.</a:t>
            </a:r>
            <a:endParaRPr sz="1200" dirty="0">
              <a:latin typeface="Book Antiqua" pitchFamily="18" charset="0"/>
              <a:cs typeface="Arial MT"/>
            </a:endParaRPr>
          </a:p>
          <a:p>
            <a:pPr marL="153035" indent="-140335">
              <a:lnSpc>
                <a:spcPct val="100000"/>
              </a:lnSpc>
              <a:buAutoNum type="arabicPeriod"/>
              <a:tabLst>
                <a:tab pos="15303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Doctor Module –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Stores doctor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details including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specialization, experience, and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availability.</a:t>
            </a:r>
            <a:endParaRPr sz="1200" dirty="0">
              <a:latin typeface="Book Antiqua" pitchFamily="18" charset="0"/>
              <a:cs typeface="Arial MT"/>
            </a:endParaRPr>
          </a:p>
          <a:p>
            <a:pPr marL="153035" indent="-140335">
              <a:lnSpc>
                <a:spcPct val="100000"/>
              </a:lnSpc>
              <a:buAutoNum type="arabicPeriod"/>
              <a:tabLst>
                <a:tab pos="15303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Staff Module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–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Maintains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information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about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nurses,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technicians,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and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administrative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staff.</a:t>
            </a:r>
            <a:endParaRPr sz="1200" dirty="0">
              <a:latin typeface="Book Antiqua" pitchFamily="18" charset="0"/>
              <a:cs typeface="Arial MT"/>
            </a:endParaRPr>
          </a:p>
          <a:p>
            <a:pPr marL="153035" indent="-140335">
              <a:lnSpc>
                <a:spcPct val="100000"/>
              </a:lnSpc>
              <a:buAutoNum type="arabicPeriod"/>
              <a:tabLst>
                <a:tab pos="15303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Medicine Module –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Tracks medicine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stock, expiry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dates, suppliers, and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usage.</a:t>
            </a:r>
            <a:endParaRPr sz="1200" dirty="0">
              <a:latin typeface="Book Antiqua" pitchFamily="18" charset="0"/>
              <a:cs typeface="Arial MT"/>
            </a:endParaRPr>
          </a:p>
          <a:p>
            <a:pPr marL="12700" marR="484505" indent="140335">
              <a:lnSpc>
                <a:spcPct val="100000"/>
              </a:lnSpc>
              <a:buAutoNum type="arabicPeriod"/>
              <a:tabLst>
                <a:tab pos="15303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Appointment Module –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Manages appointments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between patients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and doctors with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status updates.</a:t>
            </a:r>
            <a:endParaRPr sz="1200" dirty="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AutoNum type="arabicPeriod"/>
            </a:pPr>
            <a:endParaRPr sz="1200" dirty="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AutoNum type="arabicPeriod"/>
            </a:pPr>
            <a:endParaRPr sz="1200" dirty="0">
              <a:latin typeface="Book Antiqua" pitchFamily="18" charset="0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Book Antiqua" pitchFamily="18" charset="0"/>
                <a:cs typeface="Arial"/>
              </a:rPr>
              <a:t>Database </a:t>
            </a:r>
            <a:r>
              <a:rPr sz="1200" b="1" spc="-10" dirty="0">
                <a:latin typeface="Book Antiqua" pitchFamily="18" charset="0"/>
                <a:cs typeface="Arial"/>
              </a:rPr>
              <a:t>Design</a:t>
            </a:r>
            <a:endParaRPr sz="1200" dirty="0">
              <a:latin typeface="Book Antiqua" pitchFamily="18" charset="0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dirty="0">
                <a:latin typeface="Book Antiqua" pitchFamily="18" charset="0"/>
                <a:cs typeface="Arial MT"/>
              </a:rPr>
              <a:t>Database </a:t>
            </a:r>
            <a:r>
              <a:rPr sz="1200" spc="-10" dirty="0">
                <a:latin typeface="Book Antiqua" pitchFamily="18" charset="0"/>
                <a:cs typeface="Arial MT"/>
              </a:rPr>
              <a:t>Tables:</a:t>
            </a:r>
            <a:endParaRPr sz="1200" dirty="0">
              <a:latin typeface="Book Antiqua" pitchFamily="18" charset="0"/>
              <a:cs typeface="Arial MT"/>
            </a:endParaRPr>
          </a:p>
          <a:p>
            <a:pPr marL="12700" lvl="1">
              <a:lnSpc>
                <a:spcPct val="100000"/>
              </a:lnSpc>
              <a:tabLst>
                <a:tab pos="92075" algn="l"/>
              </a:tabLst>
            </a:pPr>
            <a:endParaRPr sz="1200" dirty="0">
              <a:latin typeface="Book Antiqua" pitchFamily="18" charset="0"/>
              <a:cs typeface="Arial M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49250" y="317500"/>
            <a:ext cx="6858000" cy="99822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506E5F-F7A4-C95F-1E8A-D75488D17A6F}"/>
              </a:ext>
            </a:extLst>
          </p:cNvPr>
          <p:cNvSpPr/>
          <p:nvPr/>
        </p:nvSpPr>
        <p:spPr>
          <a:xfrm>
            <a:off x="311150" y="416560"/>
            <a:ext cx="6934200" cy="9842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5D72B3-1ECC-8B8D-E976-072288F287F0}"/>
              </a:ext>
            </a:extLst>
          </p:cNvPr>
          <p:cNvSpPr txBox="1"/>
          <p:nvPr/>
        </p:nvSpPr>
        <p:spPr>
          <a:xfrm>
            <a:off x="413238" y="469900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PATIENT Table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6FDF24-3646-4CCA-8988-8BBE97555B51}"/>
              </a:ext>
            </a:extLst>
          </p:cNvPr>
          <p:cNvSpPr txBox="1"/>
          <p:nvPr/>
        </p:nvSpPr>
        <p:spPr>
          <a:xfrm>
            <a:off x="654050" y="1079500"/>
            <a:ext cx="6324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Fields                       Datatypes                     Properties</a:t>
            </a:r>
          </a:p>
          <a:p>
            <a:endParaRPr lang="en-IN" dirty="0"/>
          </a:p>
          <a:p>
            <a:r>
              <a:rPr lang="en-IN" dirty="0" err="1"/>
              <a:t>Patient_Id</a:t>
            </a:r>
            <a:r>
              <a:rPr lang="en-IN" dirty="0"/>
              <a:t>                  varchar(50)         Primary key ,not null</a:t>
            </a:r>
          </a:p>
          <a:p>
            <a:r>
              <a:rPr lang="en-IN" dirty="0"/>
              <a:t>Name                        varchar(100)                      not null</a:t>
            </a:r>
          </a:p>
          <a:p>
            <a:r>
              <a:rPr lang="en-IN" dirty="0"/>
              <a:t>Age                                int                                  not null</a:t>
            </a:r>
          </a:p>
          <a:p>
            <a:r>
              <a:rPr lang="en-IN" dirty="0"/>
              <a:t>Gender                      varchar(10)                        not null</a:t>
            </a:r>
          </a:p>
          <a:p>
            <a:r>
              <a:rPr lang="en-IN" dirty="0"/>
              <a:t>Phone no                       int                                  not null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190348-39E7-65CA-E653-5B724160B4FF}"/>
              </a:ext>
            </a:extLst>
          </p:cNvPr>
          <p:cNvSpPr txBox="1"/>
          <p:nvPr/>
        </p:nvSpPr>
        <p:spPr>
          <a:xfrm>
            <a:off x="577850" y="3517900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DOCTOR Table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1C6A2A-910A-1284-B4AD-8B7AD99046E7}"/>
              </a:ext>
            </a:extLst>
          </p:cNvPr>
          <p:cNvSpPr txBox="1"/>
          <p:nvPr/>
        </p:nvSpPr>
        <p:spPr>
          <a:xfrm>
            <a:off x="730250" y="4127500"/>
            <a:ext cx="6172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Fields                       Datatypes                     Properties</a:t>
            </a:r>
          </a:p>
          <a:p>
            <a:endParaRPr lang="en-IN" dirty="0"/>
          </a:p>
          <a:p>
            <a:r>
              <a:rPr lang="en-IN" dirty="0" err="1"/>
              <a:t>Doctor_Id</a:t>
            </a:r>
            <a:r>
              <a:rPr lang="en-IN" dirty="0"/>
              <a:t>                  varchar(50)         Primary key ,not null</a:t>
            </a:r>
          </a:p>
          <a:p>
            <a:r>
              <a:rPr lang="en-IN" dirty="0"/>
              <a:t>Name                        varchar(100)                      not null</a:t>
            </a:r>
          </a:p>
          <a:p>
            <a:r>
              <a:rPr lang="en-IN" dirty="0"/>
              <a:t>Specialty                   varchar(100)                      not null</a:t>
            </a:r>
          </a:p>
          <a:p>
            <a:r>
              <a:rPr lang="en-IN" dirty="0"/>
              <a:t>Gender                      varchar(10)                        not null</a:t>
            </a:r>
          </a:p>
          <a:p>
            <a:r>
              <a:rPr lang="en-IN" dirty="0"/>
              <a:t>Phone no                       int                                  not null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BF2D08-6529-F003-F955-4A88484512B1}"/>
              </a:ext>
            </a:extLst>
          </p:cNvPr>
          <p:cNvSpPr txBox="1"/>
          <p:nvPr/>
        </p:nvSpPr>
        <p:spPr>
          <a:xfrm>
            <a:off x="654050" y="6642100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APPOINTMENTS Table Design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A17598-DFA8-CD4E-09AB-8F0C5D4FCF90}"/>
              </a:ext>
            </a:extLst>
          </p:cNvPr>
          <p:cNvSpPr txBox="1"/>
          <p:nvPr/>
        </p:nvSpPr>
        <p:spPr>
          <a:xfrm>
            <a:off x="806450" y="7404100"/>
            <a:ext cx="6019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Fields                        Datatypes                 Properties</a:t>
            </a:r>
          </a:p>
          <a:p>
            <a:endParaRPr lang="en-IN" dirty="0"/>
          </a:p>
          <a:p>
            <a:r>
              <a:rPr lang="en-IN" dirty="0" err="1"/>
              <a:t>Appointment_ID</a:t>
            </a:r>
            <a:r>
              <a:rPr lang="en-IN" dirty="0"/>
              <a:t>         int                      primary </a:t>
            </a:r>
            <a:r>
              <a:rPr lang="en-IN" dirty="0" err="1"/>
              <a:t>key,not</a:t>
            </a:r>
            <a:r>
              <a:rPr lang="en-IN" dirty="0"/>
              <a:t> null</a:t>
            </a:r>
          </a:p>
          <a:p>
            <a:r>
              <a:rPr lang="en-IN" dirty="0" err="1"/>
              <a:t>Patient_ID</a:t>
            </a:r>
            <a:r>
              <a:rPr lang="en-IN" dirty="0"/>
              <a:t>                  varchar(50)                   not null</a:t>
            </a:r>
          </a:p>
          <a:p>
            <a:r>
              <a:rPr lang="en-IN" dirty="0" err="1"/>
              <a:t>Doctor_ID</a:t>
            </a:r>
            <a:r>
              <a:rPr lang="en-IN" dirty="0"/>
              <a:t>                   varchar(50)                   not null</a:t>
            </a:r>
          </a:p>
          <a:p>
            <a:r>
              <a:rPr lang="en-IN" dirty="0" err="1"/>
              <a:t>Appointment_date</a:t>
            </a:r>
            <a:r>
              <a:rPr lang="en-IN" dirty="0"/>
              <a:t>      date                               not null</a:t>
            </a:r>
          </a:p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82000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DFD698-25A5-AC1B-810F-BB3B5DF23CEF}"/>
              </a:ext>
            </a:extLst>
          </p:cNvPr>
          <p:cNvSpPr/>
          <p:nvPr/>
        </p:nvSpPr>
        <p:spPr>
          <a:xfrm>
            <a:off x="311150" y="469900"/>
            <a:ext cx="6934200" cy="9982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F2004F-2BE9-6BC7-040B-9732AE695296}"/>
              </a:ext>
            </a:extLst>
          </p:cNvPr>
          <p:cNvSpPr txBox="1"/>
          <p:nvPr/>
        </p:nvSpPr>
        <p:spPr>
          <a:xfrm>
            <a:off x="501650" y="698500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MEDICINES Table Design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20F7C1-2A3D-6AF0-6ADE-650258D3ECB8}"/>
              </a:ext>
            </a:extLst>
          </p:cNvPr>
          <p:cNvSpPr txBox="1"/>
          <p:nvPr/>
        </p:nvSpPr>
        <p:spPr>
          <a:xfrm>
            <a:off x="654050" y="1372632"/>
            <a:ext cx="6248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Fields                          Datatypes                   Properties</a:t>
            </a:r>
          </a:p>
          <a:p>
            <a:endParaRPr lang="en-IN" dirty="0"/>
          </a:p>
          <a:p>
            <a:r>
              <a:rPr lang="en-IN" dirty="0"/>
              <a:t>Id                               varchar(50)         primary key , not null                </a:t>
            </a:r>
          </a:p>
          <a:p>
            <a:r>
              <a:rPr lang="en-IN" dirty="0"/>
              <a:t>Name                         varchar(50)               not null  </a:t>
            </a:r>
          </a:p>
          <a:p>
            <a:r>
              <a:rPr lang="en-IN" dirty="0"/>
              <a:t>Cost                                int                         not null</a:t>
            </a:r>
          </a:p>
          <a:p>
            <a:r>
              <a:rPr lang="en-IN" dirty="0"/>
              <a:t>Details                        varchar(100)             not null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A9E7D0-8A42-C4EE-5B02-9D6AAC443999}"/>
              </a:ext>
            </a:extLst>
          </p:cNvPr>
          <p:cNvSpPr txBox="1"/>
          <p:nvPr/>
        </p:nvSpPr>
        <p:spPr>
          <a:xfrm>
            <a:off x="654050" y="3898900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BILLS Table Design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AECE9B-62D9-861A-CE77-245CEE3FD590}"/>
              </a:ext>
            </a:extLst>
          </p:cNvPr>
          <p:cNvSpPr txBox="1"/>
          <p:nvPr/>
        </p:nvSpPr>
        <p:spPr>
          <a:xfrm>
            <a:off x="654050" y="4584700"/>
            <a:ext cx="6248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Fields                          Datatypes                    Properties</a:t>
            </a:r>
          </a:p>
          <a:p>
            <a:endParaRPr lang="en-IN" dirty="0"/>
          </a:p>
          <a:p>
            <a:r>
              <a:rPr lang="en-IN" dirty="0"/>
              <a:t>Id                                varchar(50)        primary key , not null</a:t>
            </a:r>
          </a:p>
          <a:p>
            <a:r>
              <a:rPr lang="en-IN" dirty="0" err="1"/>
              <a:t>Patient_id</a:t>
            </a:r>
            <a:r>
              <a:rPr lang="en-IN" dirty="0"/>
              <a:t>                   varchar(50)                 not null</a:t>
            </a:r>
          </a:p>
          <a:p>
            <a:r>
              <a:rPr lang="en-IN" dirty="0"/>
              <a:t>Amount                          int                            not null</a:t>
            </a:r>
          </a:p>
          <a:p>
            <a:r>
              <a:rPr lang="en-IN" dirty="0"/>
              <a:t>Details                        varchar(100)               not null</a:t>
            </a:r>
          </a:p>
          <a:p>
            <a:r>
              <a:rPr lang="en-IN" dirty="0" err="1"/>
              <a:t>Bill_date</a:t>
            </a:r>
            <a:r>
              <a:rPr lang="en-IN" dirty="0"/>
              <a:t>                        date                          not null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43173E-1956-F6FA-5F03-48DC49FF080F}"/>
              </a:ext>
            </a:extLst>
          </p:cNvPr>
          <p:cNvSpPr txBox="1"/>
          <p:nvPr/>
        </p:nvSpPr>
        <p:spPr>
          <a:xfrm>
            <a:off x="730250" y="76327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STAFF  table design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DDDF78-3725-D6D5-F6E9-143518D39252}"/>
              </a:ext>
            </a:extLst>
          </p:cNvPr>
          <p:cNvSpPr txBox="1"/>
          <p:nvPr/>
        </p:nvSpPr>
        <p:spPr>
          <a:xfrm>
            <a:off x="730250" y="8242300"/>
            <a:ext cx="6172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Fields                       Datatypes                     Properties</a:t>
            </a:r>
          </a:p>
          <a:p>
            <a:endParaRPr lang="en-IN" dirty="0"/>
          </a:p>
          <a:p>
            <a:r>
              <a:rPr lang="en-IN" dirty="0" err="1"/>
              <a:t>Staff_Id</a:t>
            </a:r>
            <a:r>
              <a:rPr lang="en-IN" dirty="0"/>
              <a:t>                      int                       Primary key ,not null</a:t>
            </a:r>
          </a:p>
          <a:p>
            <a:r>
              <a:rPr lang="en-IN" dirty="0"/>
              <a:t>Name                        varchar(100)                      not null</a:t>
            </a:r>
          </a:p>
          <a:p>
            <a:r>
              <a:rPr lang="en-IN" dirty="0"/>
              <a:t>Specialty                   varchar(50)                        not null</a:t>
            </a:r>
          </a:p>
          <a:p>
            <a:r>
              <a:rPr lang="en-IN" dirty="0"/>
              <a:t>Gender                      varchar(10)                        not null</a:t>
            </a:r>
          </a:p>
          <a:p>
            <a:r>
              <a:rPr lang="en-IN" dirty="0"/>
              <a:t>Phone no                       int                                  not null</a:t>
            </a:r>
          </a:p>
        </p:txBody>
      </p:sp>
    </p:spTree>
    <p:extLst>
      <p:ext uri="{BB962C8B-B14F-4D97-AF65-F5344CB8AC3E}">
        <p14:creationId xmlns:p14="http://schemas.microsoft.com/office/powerpoint/2010/main" val="3214776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8850" y="774700"/>
            <a:ext cx="10337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dirty="0">
                <a:latin typeface="Book Antiqua" pitchFamily="18" charset="0"/>
                <a:cs typeface="Arial"/>
              </a:rPr>
              <a:t>ER</a:t>
            </a:r>
            <a:r>
              <a:rPr sz="1200" b="1" spc="-20" dirty="0">
                <a:latin typeface="Book Antiqua" pitchFamily="18" charset="0"/>
                <a:cs typeface="Arial"/>
              </a:rPr>
              <a:t> </a:t>
            </a:r>
            <a:r>
              <a:rPr sz="1200" b="1" spc="-10" dirty="0">
                <a:latin typeface="Book Antiqua" pitchFamily="18" charset="0"/>
                <a:cs typeface="Arial"/>
              </a:rPr>
              <a:t>Diagram</a:t>
            </a:r>
            <a:endParaRPr sz="1200" dirty="0">
              <a:latin typeface="Book Antiqua" pitchFamily="18" charset="0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77900" y="5626099"/>
            <a:ext cx="21596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Data Flow Diagram </a:t>
            </a:r>
            <a:r>
              <a:rPr sz="1400" b="1" spc="-10" dirty="0">
                <a:latin typeface="Arial"/>
                <a:cs typeface="Arial"/>
              </a:rPr>
              <a:t>(DFD)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49250" y="393700"/>
            <a:ext cx="6705600" cy="96012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diagram of a patient&#10;&#10;AI-generated content may be incorrect.">
            <a:extLst>
              <a:ext uri="{FF2B5EF4-FFF2-40B4-BE49-F238E27FC236}">
                <a16:creationId xmlns:a16="http://schemas.microsoft.com/office/drawing/2014/main" id="{CFB8AFC8-AF95-50C3-34F9-C454317A55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50" y="1035634"/>
            <a:ext cx="5543550" cy="4500033"/>
          </a:xfrm>
          <a:prstGeom prst="rect">
            <a:avLst/>
          </a:prstGeom>
        </p:spPr>
      </p:pic>
      <p:pic>
        <p:nvPicPr>
          <p:cNvPr id="12" name="Picture 11" descr="A diagram of a medical system&#10;&#10;AI-generated content may be incorrect.">
            <a:extLst>
              <a:ext uri="{FF2B5EF4-FFF2-40B4-BE49-F238E27FC236}">
                <a16:creationId xmlns:a16="http://schemas.microsoft.com/office/drawing/2014/main" id="{3185FB92-4B1E-89E1-E37D-62AEB82200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860" y="5955291"/>
            <a:ext cx="6229350" cy="38100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FC0442-F856-2841-116F-C8C4309B2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0" y="469900"/>
            <a:ext cx="6674644" cy="237615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BA60F10-E44A-95A7-0BC0-5C7526B3EE51}"/>
              </a:ext>
            </a:extLst>
          </p:cNvPr>
          <p:cNvSpPr/>
          <p:nvPr/>
        </p:nvSpPr>
        <p:spPr>
          <a:xfrm>
            <a:off x="234950" y="355198"/>
            <a:ext cx="7124700" cy="103255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DD53D4-6333-F396-3808-C7DBBDE915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31" y="8013700"/>
            <a:ext cx="6111081" cy="2553102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D12935-C76B-3D36-3DDC-0862AB50C5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50" y="5789945"/>
            <a:ext cx="6019800" cy="2376155"/>
          </a:xfrm>
          <a:prstGeom prst="rect">
            <a:avLst/>
          </a:prstGeom>
        </p:spPr>
      </p:pic>
      <p:pic>
        <p:nvPicPr>
          <p:cNvPr id="10" name="Picture 9" descr="A diagram of a medical system&#10;&#10;AI-generated content may be incorrect.">
            <a:extLst>
              <a:ext uri="{FF2B5EF4-FFF2-40B4-BE49-F238E27FC236}">
                <a16:creationId xmlns:a16="http://schemas.microsoft.com/office/drawing/2014/main" id="{9492CC14-2CCF-FAD6-4CAB-BE705D5F0A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028" y="1170183"/>
            <a:ext cx="6636544" cy="461976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8142E8-3FB3-9550-A9F4-3CB82C9BE3E0}"/>
              </a:ext>
            </a:extLst>
          </p:cNvPr>
          <p:cNvSpPr txBox="1"/>
          <p:nvPr/>
        </p:nvSpPr>
        <p:spPr>
          <a:xfrm>
            <a:off x="631031" y="698500"/>
            <a:ext cx="3071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Arial"/>
                <a:cs typeface="Arial"/>
              </a:rPr>
              <a:t>Data Flow Diagram </a:t>
            </a:r>
            <a:r>
              <a:rPr lang="en-IN" sz="1800" b="1" spc="-10" dirty="0">
                <a:latin typeface="Arial"/>
                <a:cs typeface="Arial"/>
              </a:rPr>
              <a:t>(DFD)</a:t>
            </a:r>
            <a:endParaRPr lang="en-IN" sz="1800" dirty="0">
              <a:latin typeface="Arial"/>
              <a:cs typeface="Arial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9497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7900" y="977900"/>
            <a:ext cx="3957954" cy="69762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Book Antiqua" pitchFamily="18" charset="0"/>
                <a:cs typeface="Arial"/>
              </a:rPr>
              <a:t>Complete Structure - Process Logical </a:t>
            </a:r>
            <a:r>
              <a:rPr sz="1200" b="1" spc="-10" dirty="0">
                <a:latin typeface="Book Antiqua" pitchFamily="18" charset="0"/>
                <a:cs typeface="Arial"/>
              </a:rPr>
              <a:t>Diagram</a:t>
            </a:r>
            <a:endParaRPr sz="1200">
              <a:latin typeface="Book Antiqua" pitchFamily="18" charset="0"/>
              <a:cs typeface="Arial"/>
            </a:endParaRPr>
          </a:p>
          <a:p>
            <a:pPr marL="12700" marR="2063114">
              <a:lnSpc>
                <a:spcPct val="100000"/>
              </a:lnSpc>
              <a:spcBef>
                <a:spcPts val="720"/>
              </a:spcBef>
            </a:pPr>
            <a:r>
              <a:rPr sz="1200" dirty="0">
                <a:latin typeface="Book Antiqua" pitchFamily="18" charset="0"/>
                <a:cs typeface="Arial MT"/>
              </a:rPr>
              <a:t>Patient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Symbol"/>
              </a:rPr>
              <a:t></a:t>
            </a:r>
            <a:r>
              <a:rPr sz="1200" spc="20" dirty="0">
                <a:latin typeface="Book Antiqua" pitchFamily="18" charset="0"/>
                <a:cs typeface="Times New Roman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Appointment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Symbol"/>
              </a:rPr>
              <a:t></a:t>
            </a:r>
            <a:r>
              <a:rPr sz="1200" spc="20" dirty="0">
                <a:latin typeface="Book Antiqua" pitchFamily="18" charset="0"/>
                <a:cs typeface="Times New Roman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Doctor </a:t>
            </a:r>
            <a:r>
              <a:rPr sz="1200" dirty="0">
                <a:latin typeface="Book Antiqua" pitchFamily="18" charset="0"/>
                <a:cs typeface="Arial MT"/>
              </a:rPr>
              <a:t>Doctor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Symbol"/>
              </a:rPr>
              <a:t></a:t>
            </a:r>
            <a:r>
              <a:rPr sz="1200" spc="20" dirty="0">
                <a:latin typeface="Book Antiqua" pitchFamily="18" charset="0"/>
                <a:cs typeface="Times New Roman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Treatment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Symbol"/>
              </a:rPr>
              <a:t></a:t>
            </a:r>
            <a:r>
              <a:rPr sz="1200" spc="20" dirty="0">
                <a:latin typeface="Book Antiqua" pitchFamily="18" charset="0"/>
                <a:cs typeface="Times New Roman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Medicine</a:t>
            </a:r>
            <a:endParaRPr sz="1200">
              <a:latin typeface="Book Antiqua" pitchFamily="18" charset="0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Book Antiqua" pitchFamily="18" charset="0"/>
                <a:cs typeface="Arial MT"/>
              </a:rPr>
              <a:t>Staff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Symbol"/>
              </a:rPr>
              <a:t></a:t>
            </a:r>
            <a:r>
              <a:rPr sz="1200" spc="20" dirty="0">
                <a:latin typeface="Book Antiqua" pitchFamily="18" charset="0"/>
                <a:cs typeface="Times New Roman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Support Tasks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Symbol"/>
              </a:rPr>
              <a:t></a:t>
            </a:r>
            <a:r>
              <a:rPr sz="1200" spc="20" dirty="0">
                <a:latin typeface="Book Antiqua" pitchFamily="18" charset="0"/>
                <a:cs typeface="Times New Roman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Patient </a:t>
            </a:r>
            <a:r>
              <a:rPr sz="1200" spc="-20" dirty="0">
                <a:latin typeface="Book Antiqua" pitchFamily="18" charset="0"/>
                <a:cs typeface="Arial MT"/>
              </a:rPr>
              <a:t>Care</a:t>
            </a:r>
            <a:endParaRPr sz="120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</a:pPr>
            <a:endParaRPr sz="120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200">
              <a:latin typeface="Book Antiqua" pitchFamily="18" charset="0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Book Antiqua" pitchFamily="18" charset="0"/>
                <a:cs typeface="Arial"/>
              </a:rPr>
              <a:t>Platform Used - Hardware </a:t>
            </a:r>
            <a:r>
              <a:rPr sz="1200" b="1" spc="-10" dirty="0">
                <a:latin typeface="Book Antiqua" pitchFamily="18" charset="0"/>
                <a:cs typeface="Arial"/>
              </a:rPr>
              <a:t>Requirements</a:t>
            </a:r>
            <a:endParaRPr sz="1200">
              <a:latin typeface="Book Antiqua" pitchFamily="18" charset="0"/>
              <a:cs typeface="Arial"/>
            </a:endParaRPr>
          </a:p>
          <a:p>
            <a:pPr marL="92075" indent="-79375">
              <a:lnSpc>
                <a:spcPct val="100000"/>
              </a:lnSpc>
              <a:spcBef>
                <a:spcPts val="720"/>
              </a:spcBef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Processor: Dual Core or </a:t>
            </a:r>
            <a:r>
              <a:rPr sz="1200" spc="-10" dirty="0">
                <a:latin typeface="Book Antiqua" pitchFamily="18" charset="0"/>
                <a:cs typeface="Arial MT"/>
              </a:rPr>
              <a:t>higher</a:t>
            </a:r>
            <a:endParaRPr sz="120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RAM:</a:t>
            </a:r>
            <a:r>
              <a:rPr sz="1200" spc="-2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Minimum</a:t>
            </a:r>
            <a:r>
              <a:rPr sz="1200" spc="-20" dirty="0">
                <a:latin typeface="Book Antiqua" pitchFamily="18" charset="0"/>
                <a:cs typeface="Arial MT"/>
              </a:rPr>
              <a:t> </a:t>
            </a:r>
            <a:r>
              <a:rPr sz="1200" spc="-25" dirty="0">
                <a:latin typeface="Book Antiqua" pitchFamily="18" charset="0"/>
                <a:cs typeface="Arial MT"/>
              </a:rPr>
              <a:t>4GB</a:t>
            </a:r>
            <a:endParaRPr sz="120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Hard</a:t>
            </a:r>
            <a:r>
              <a:rPr sz="1200" spc="-10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Disk: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500GB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or</a:t>
            </a:r>
            <a:r>
              <a:rPr sz="1200" spc="-5" dirty="0">
                <a:latin typeface="Book Antiqua" pitchFamily="18" charset="0"/>
                <a:cs typeface="Arial MT"/>
              </a:rPr>
              <a:t> </a:t>
            </a:r>
            <a:r>
              <a:rPr sz="1200" spc="-20" dirty="0">
                <a:latin typeface="Book Antiqua" pitchFamily="18" charset="0"/>
                <a:cs typeface="Arial MT"/>
              </a:rPr>
              <a:t>more</a:t>
            </a:r>
            <a:endParaRPr sz="120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Display: Standard </a:t>
            </a:r>
            <a:r>
              <a:rPr sz="1200" spc="-10" dirty="0">
                <a:latin typeface="Book Antiqua" pitchFamily="18" charset="0"/>
                <a:cs typeface="Arial MT"/>
              </a:rPr>
              <a:t>Monitor</a:t>
            </a:r>
            <a:endParaRPr sz="120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20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Char char="•"/>
            </a:pPr>
            <a:endParaRPr sz="1200">
              <a:latin typeface="Book Antiqua" pitchFamily="18" charset="0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Book Antiqua" pitchFamily="18" charset="0"/>
                <a:cs typeface="Arial"/>
              </a:rPr>
              <a:t>Platform Used - Software </a:t>
            </a:r>
            <a:r>
              <a:rPr sz="1200" b="1" spc="-10" dirty="0">
                <a:latin typeface="Book Antiqua" pitchFamily="18" charset="0"/>
                <a:cs typeface="Arial"/>
              </a:rPr>
              <a:t>Requirements</a:t>
            </a:r>
            <a:endParaRPr sz="1200">
              <a:latin typeface="Book Antiqua" pitchFamily="18" charset="0"/>
              <a:cs typeface="Arial"/>
            </a:endParaRPr>
          </a:p>
          <a:p>
            <a:pPr marL="92075" indent="-79375">
              <a:lnSpc>
                <a:spcPct val="100000"/>
              </a:lnSpc>
              <a:spcBef>
                <a:spcPts val="720"/>
              </a:spcBef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Operating System: Windows / </a:t>
            </a:r>
            <a:r>
              <a:rPr sz="1200" spc="-10" dirty="0">
                <a:latin typeface="Book Antiqua" pitchFamily="18" charset="0"/>
                <a:cs typeface="Arial MT"/>
              </a:rPr>
              <a:t>Linux</a:t>
            </a:r>
            <a:endParaRPr sz="120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Database: MySQL / SQL </a:t>
            </a:r>
            <a:r>
              <a:rPr sz="1200" spc="-10" dirty="0">
                <a:latin typeface="Book Antiqua" pitchFamily="18" charset="0"/>
                <a:cs typeface="Arial MT"/>
              </a:rPr>
              <a:t>Server</a:t>
            </a:r>
            <a:endParaRPr sz="120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Frontend: Java / Python /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PHP / </a:t>
            </a:r>
            <a:r>
              <a:rPr sz="1200" spc="-20" dirty="0">
                <a:latin typeface="Book Antiqua" pitchFamily="18" charset="0"/>
                <a:cs typeface="Arial MT"/>
              </a:rPr>
              <a:t>.NET</a:t>
            </a:r>
            <a:endParaRPr sz="120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Tools: XAMPP / VS Code /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Eclipse</a:t>
            </a:r>
            <a:endParaRPr sz="120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20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Char char="•"/>
            </a:pPr>
            <a:endParaRPr sz="1200">
              <a:latin typeface="Book Antiqua" pitchFamily="18" charset="0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Book Antiqua" pitchFamily="18" charset="0"/>
                <a:cs typeface="Arial"/>
              </a:rPr>
              <a:t>Future </a:t>
            </a:r>
            <a:r>
              <a:rPr sz="1200" b="1" spc="-10" dirty="0">
                <a:latin typeface="Book Antiqua" pitchFamily="18" charset="0"/>
                <a:cs typeface="Arial"/>
              </a:rPr>
              <a:t>Scope</a:t>
            </a:r>
            <a:endParaRPr sz="1200">
              <a:latin typeface="Book Antiqua" pitchFamily="18" charset="0"/>
              <a:cs typeface="Arial"/>
            </a:endParaRPr>
          </a:p>
          <a:p>
            <a:pPr marL="92075" indent="-79375">
              <a:lnSpc>
                <a:spcPct val="100000"/>
              </a:lnSpc>
              <a:spcBef>
                <a:spcPts val="720"/>
              </a:spcBef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Online appointment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and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patient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portal</a:t>
            </a:r>
            <a:endParaRPr sz="120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Billing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and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insurance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integration</a:t>
            </a:r>
            <a:endParaRPr sz="120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SMS/Email </a:t>
            </a:r>
            <a:r>
              <a:rPr sz="1200" spc="-10" dirty="0">
                <a:latin typeface="Book Antiqua" pitchFamily="18" charset="0"/>
                <a:cs typeface="Arial MT"/>
              </a:rPr>
              <a:t>alerts</a:t>
            </a:r>
            <a:endParaRPr sz="120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Online prescription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and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medical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reports</a:t>
            </a:r>
            <a:endParaRPr sz="120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Mobile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app</a:t>
            </a:r>
            <a:r>
              <a:rPr sz="1200" spc="10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integration</a:t>
            </a:r>
            <a:endParaRPr sz="120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AI-based diagnosis </a:t>
            </a:r>
            <a:r>
              <a:rPr sz="1200" spc="-10" dirty="0">
                <a:latin typeface="Book Antiqua" pitchFamily="18" charset="0"/>
                <a:cs typeface="Arial MT"/>
              </a:rPr>
              <a:t>support</a:t>
            </a:r>
            <a:endParaRPr sz="120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200">
              <a:latin typeface="Book Antiqua" pitchFamily="18" charset="0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Char char="•"/>
            </a:pPr>
            <a:endParaRPr sz="1200">
              <a:latin typeface="Book Antiqua" pitchFamily="18" charset="0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spc="-10" dirty="0">
                <a:latin typeface="Book Antiqua" pitchFamily="18" charset="0"/>
                <a:cs typeface="Arial"/>
              </a:rPr>
              <a:t>Bibliography</a:t>
            </a:r>
            <a:endParaRPr sz="1200">
              <a:latin typeface="Book Antiqua" pitchFamily="18" charset="0"/>
              <a:cs typeface="Arial"/>
            </a:endParaRPr>
          </a:p>
          <a:p>
            <a:pPr marL="92075" indent="-79375">
              <a:lnSpc>
                <a:spcPct val="100000"/>
              </a:lnSpc>
              <a:spcBef>
                <a:spcPts val="720"/>
              </a:spcBef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Database System Concepts –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Silberschatz</a:t>
            </a:r>
            <a:endParaRPr sz="120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Fundamentals of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DBMS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– </a:t>
            </a:r>
            <a:r>
              <a:rPr sz="1200" spc="-10" dirty="0">
                <a:latin typeface="Book Antiqua" pitchFamily="18" charset="0"/>
                <a:cs typeface="Arial MT"/>
              </a:rPr>
              <a:t>Korth</a:t>
            </a:r>
            <a:endParaRPr sz="120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Online documentation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and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dirty="0">
                <a:latin typeface="Book Antiqua" pitchFamily="18" charset="0"/>
                <a:cs typeface="Arial MT"/>
              </a:rPr>
              <a:t>technical</a:t>
            </a:r>
            <a:r>
              <a:rPr sz="1200" spc="5" dirty="0">
                <a:latin typeface="Book Antiqua" pitchFamily="18" charset="0"/>
                <a:cs typeface="Arial MT"/>
              </a:rPr>
              <a:t> </a:t>
            </a:r>
            <a:r>
              <a:rPr sz="1200" spc="-10" dirty="0">
                <a:latin typeface="Book Antiqua" pitchFamily="18" charset="0"/>
                <a:cs typeface="Arial MT"/>
              </a:rPr>
              <a:t>references</a:t>
            </a:r>
            <a:endParaRPr sz="1200">
              <a:latin typeface="Book Antiqua" pitchFamily="18" charset="0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200" dirty="0">
                <a:latin typeface="Book Antiqua" pitchFamily="18" charset="0"/>
                <a:cs typeface="Arial MT"/>
              </a:rPr>
              <a:t>Software Engineering </a:t>
            </a:r>
            <a:r>
              <a:rPr sz="1200" spc="-10" dirty="0">
                <a:latin typeface="Book Antiqua" pitchFamily="18" charset="0"/>
                <a:cs typeface="Arial MT"/>
              </a:rPr>
              <a:t>Guides</a:t>
            </a:r>
            <a:endParaRPr sz="1200">
              <a:latin typeface="Book Antiqua" pitchFamily="18" charset="0"/>
              <a:cs typeface="Arial M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3050" y="317500"/>
            <a:ext cx="6934200" cy="1005840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</TotalTime>
  <Words>768</Words>
  <Application>Microsoft Office PowerPoint</Application>
  <PresentationFormat>Custom</PresentationFormat>
  <Paragraphs>149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MT</vt:lpstr>
      <vt:lpstr>Book Antiqua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(anonymous)</dc:title>
  <dc:subject>(unspecified)</dc:subject>
  <dc:creator>(anonymous)</dc:creator>
  <cp:lastModifiedBy>monish khan</cp:lastModifiedBy>
  <cp:revision>13</cp:revision>
  <dcterms:created xsi:type="dcterms:W3CDTF">2025-11-27T10:41:21Z</dcterms:created>
  <dcterms:modified xsi:type="dcterms:W3CDTF">2025-11-27T16:48:43Z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2025-11-27T00:00:00Z</vt:filetime>
  </property>
  <property fmtid="{D5CDD505-2E9C-101B-9397-08002B2CF9AE}" pid="3" name="Creator">
    <vt:lpwstr>(unspecified)</vt:lpwstr>
  </property>
  <property fmtid="{D5CDD505-2E9C-101B-9397-08002B2CF9AE}" pid="4" name="LastSaved">
    <vt:filetime>2025-11-27T00:00:00Z</vt:filetime>
  </property>
  <property fmtid="{D5CDD505-2E9C-101B-9397-08002B2CF9AE}" pid="5" name="Producer">
    <vt:lpwstr>ReportLab PDF Library - www.reportlab.com</vt:lpwstr>
  </property>
</Properties>
</file>